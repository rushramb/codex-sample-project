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5029200"/>
            <a:ext cx="3959352" cy="18288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Medimo Voorschrijfsysteem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ACCEE"/>
                </a:solidFill>
                <a:latin typeface="Calibri"/>
              </a:rPr>
              <a:t>Complete Trainingshandleiding voor Startende Voorschrijvers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AF8"/>
                </a:solidFill>
                <a:latin typeface="Calibri"/>
              </a:rPr>
              <a:t>Somatische &amp; Psychiatrische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BBDD"/>
                </a:solidFill>
                <a:latin typeface="Calibri"/>
              </a:rPr>
              <a:t>GGZ • JGZ • FACT • Klinisch • Ambulant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99BB"/>
                </a:solidFill>
                <a:latin typeface="Calibri"/>
              </a:rPr>
              <a:t>Enovation Medimo  |  Versie 2025-4 / 2026-1  |  © Trainingsmateriaal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Programma van deze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6492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90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Introductie Medimo — wat is het en waarom?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84248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60448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858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Inloggen, beveiliging &amp; navigatie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79776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855976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8137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Cliënt opzoeken &amp; medicatiestatus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75304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651504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7690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Nieuw voorschrift starten — 8 stappen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70832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447032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7243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De vier doseerweergaves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66360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524256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2679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Medicatiebewaking (G-Standaard)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188720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26492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12903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Indicaties &amp; reden van voorschrijven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984248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060448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08584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Wijzigen, stoppen &amp; corrigeren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779776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855976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881376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Specifieke workflows: GGZ / JGZ / FACT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575304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3651504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67690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Apotheek, GDS &amp; faxrecept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70832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4447032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4724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AIOS-supervisie via medicatievoorstel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166360"/>
            <a:ext cx="1005840" cy="5943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4256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2679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Life hacks, valkuilen &amp;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Introductie Medimo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Wat is het systeem en waarom gebruik je het?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Wat is Medimo?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7724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7406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AB0"/>
                </a:solidFill>
                <a:latin typeface="Calibri"/>
              </a:rPr>
              <a:t>Wat is Medimo?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Medimo is een Elektronisch Voorschrijfsysteem (EVS) van Enovation Medimo (De Bilt)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Medisch Hulpmiddel klasse I onder MDR-regelgeving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Gecertificeerd: ISO 27001, ISO 9001, ISO 27799, NEN 7510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Closed-loop medicatieproces: van voorschrijven tot toedienen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Varianten: Medimo GGZ (voor instellingen), Medimo Secure (algemeen), Medimo ABC (Caribisch NL)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143000"/>
            <a:ext cx="3566160" cy="5394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B0"/>
                </a:solidFill>
                <a:latin typeface="Calibri"/>
              </a:rPr>
              <a:t>Closed-loop proces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1. Voorschrijver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2199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7E22"/>
                </a:solidFill>
                <a:latin typeface="Calibr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5234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2. Apotheek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28269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7E22"/>
                </a:solidFill>
                <a:latin typeface="Calibri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81304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3. Toedienregistratie (eTDR)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3434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7E22"/>
                </a:solidFill>
                <a:latin typeface="Calibr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7375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4. Zorgmedewerker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40410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7E22"/>
                </a:solidFill>
                <a:latin typeface="Calibr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93445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5. Terug naar voorschrijver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Waarom Medimo gebruiken?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143000"/>
            <a:ext cx="5577840" cy="5394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57784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61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✔  Voordelen van Medimo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161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⚠  Risico's zonder EVS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002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Veiligheid: automatische medicatiebewaking via G-Standaard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Volledigheid: compleet medicatiedossier per cliënt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Efficiëntie: één systeem voor voorschrijven, apotheek en toediening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Juridisch: wettelijk vereiste vastlegging (Wvggz, Wzd, BIG)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Kwaliteit: formularium-bewaking en doseringsadvies ingebouwd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Overdracht: naadloze klinisch↔ambulant transitie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Zonder EVS: handmatige fouten in overdracht en dosering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Zonder bewaking: interacties en contra-indicaties gemist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Zonder registratie: juridische kwetsbaarheid bij incident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Zonder LSP-koppeling: thuismedicatie ontbreekt in overzicht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Inloggen, Beveiliging &amp; Navigatie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Token, 2FA en het basisscherm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Inloggen — stap voor stap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88720" cy="6858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252220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188720"/>
            <a:ext cx="7315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29032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Ga naar de Medimo-webomgeving van jouw instelling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1188720" cy="6858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2258060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194560"/>
            <a:ext cx="7315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29616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Voer je gebruikersnaam en wachtwoord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1188720" cy="6858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3263900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Stap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200400"/>
            <a:ext cx="7315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3020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Voer de 2FA-tokencode in (app of sms-token)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06240"/>
            <a:ext cx="1188720" cy="6858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4269740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Stap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4206240"/>
            <a:ext cx="7315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30784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Klik 'Inloggen' → startscherm opent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03520"/>
            <a:ext cx="1143000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4924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⚠  Beveiligingsregels:  Na 3 foutieve pogingen → token tijdelijk gelocked.  Gebruik sms-inlog als fallback.  Bij definitieve lock → helpdesk tijdens kantooruren bellen.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Navigatie &amp; basisscherm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4300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AB0"/>
                </a:solidFill>
                <a:latin typeface="Calibri"/>
              </a:rPr>
              <a:t>Basisnavigatie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Startscherm: overzicht van je taken, berichten en geselecteerde cliënten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Cliënt zoeken: knop 'Status', veld 'Zoeken in alles', of knop 'Zoek cliënt'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Cliëntstatus: actueel medicatiedossier — startpunt voor alle voorschrijfacties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Medicatiehistorie: via 'Historie'-knop; logt voorschriften, leveringen, signalen, notities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Navigatie: gebruik altijd het menu bovenin of de knoppen — nooit de browser-terug-knop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Uitloggen: altijd uitloggen na gebruik (sessie-timeout is beveiligingsmaatregel)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Cliënt opzoeken &amp; Medicatiestatus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Drie manieren, één doel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Cliënt opzoeken — 3 methoden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20040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Knop 'Status'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18872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3411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Directe toegang als je de cliënt al hebt geselecteerd in je werklijst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320040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70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Veld 'Zoeken in alles'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46888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6212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Typ naam, geboortedatum of BSN — werkt globaal door het systeem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40"/>
            <a:ext cx="320040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50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Knop 'Zoek cliënt'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374904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9014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Uitgebreid zoekformulier met filters (afdeling, zorgverlener, etc.)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74920"/>
            <a:ext cx="11430000" cy="15087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B0"/>
                </a:solidFill>
                <a:latin typeface="Calibri"/>
              </a:rPr>
              <a:t>Wat zie je in de Medicatiestatus?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32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Lopende voorschriften  •  Recente wijzigingen  •  Medicatiebewakingssignalen  •  Knoppen voor Nieuw / Wijzigen / Stoppen  •  Historie-knop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Nieuw Voorschrift Starten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De 8 stappen die je altijd volgt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 8 stappen van een nieuw voorschrift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18872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2522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Klik 'Nieuw' in de cliëntstatus → lijst voorschrijfbare medicatie verschijnt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23160"/>
            <a:ext cx="54864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423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2316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866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Zoek geneesmiddel in het zoek-/filterveld (standaard: vigerend formularium)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4864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5760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211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Selecteer het middel → doseerscherm opent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92040"/>
            <a:ext cx="54864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92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9204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555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Kies de juiste doseerweergave (Regulier / Uitgebreid / Schema / Handmatig)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188720"/>
            <a:ext cx="548640" cy="5486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1188720"/>
            <a:ext cx="4937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12522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Voer dosering in + optionele extra doseerinformatie voor de toedienlijst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423160"/>
            <a:ext cx="548640" cy="5486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23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2423160"/>
            <a:ext cx="4937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4866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Kies indicatie/episode uit de indicatietabel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657600"/>
            <a:ext cx="548640" cy="5486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657600"/>
            <a:ext cx="4937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7211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Stel startmoment in: Nu / Vandaag / Morgen / Weekdoos; bij kuur ook stopmoment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892040"/>
            <a:ext cx="548640" cy="5486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892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892040"/>
            <a:ext cx="4937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49555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Handel medicatiebewaking af → klik 'Start' → controleer overzicht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263640"/>
            <a:ext cx="1143000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291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💡 Niet gevonden in formularium? Klik linksonder 'In hele taxe zoeken'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Nieuw voorschrift — Aandachtspunten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AB0"/>
                </a:solidFill>
                <a:latin typeface="Calibri"/>
              </a:rPr>
              <a:t>Aandachtspunten bij nieuw voorschrift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Controleer altijd of het de juiste cliënt is vóór je 'Start' klikt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Indicatie selecteren is verplicht voor alle buiten-formularium middelen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Bij GDS-medicatie: muteer voorkeur op het leveringsmoment van de weekdoos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Gebruik het tekstveld 'Toelichting voor apotheek' bij spoedprescripties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Schema-weergave kiezen voor alle op-/afbouwschema's (titraties)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▸ Controleer na 'Start' altijd het overzicht medicatiebehandeling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De Vier Doseerweergaves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Wanneer gebruik je welke weergave?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 vier doseerweergaves — overzicht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REGULIER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27432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824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80% van de gevallen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194560"/>
            <a:ext cx="2606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Standaard continue, tijdelijk en zo-nodig medicatie
Snelste invoer, standaard deeltijden
Voorbeelden: sertraline 1dd50mg, lorazepam zo-nodig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612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UITGEBREID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664208"/>
            <a:ext cx="27432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6824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Afwijkende situaties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10312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2194560"/>
            <a:ext cx="2606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Afwijkende toedientijden of toedienweg
'Andere voorschrijver'/'Extern voorschrift' markering
Maximale flexibiliteit per moment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43000"/>
            <a:ext cx="27432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612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64208"/>
            <a:ext cx="27432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6824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Op-/afbouwschema's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10312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194560"/>
            <a:ext cx="2606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Titraties SSRI's, methylfenidaat, antipsychotica
Wisselende dosering per datum
Voorbeeld: sertraline 25→50→100mg in 3 weken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143000"/>
            <a:ext cx="27432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1612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HANDMATIG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1664208"/>
            <a:ext cx="27432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6824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Individuele dagdosering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210312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2194560"/>
            <a:ext cx="2606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Doseerkaart-stijl
Voorbeeld: acenocoumarol zonder trombosedienst-koppeling
Per dag/tijdstip individuele dosering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537960"/>
            <a:ext cx="11430000" cy="18288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5624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🔑  Wisselen van weergave: gebruik de blauwe knop in het doseerscherm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Schema-weergave — titratie in de praktijk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430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AB0"/>
                </a:solidFill>
                <a:latin typeface="Calibri"/>
              </a:rPr>
              <a:t>Voorbeeld: sertraline opbouwschema voor een 14-jarige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2011680" cy="384048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Periode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783080"/>
            <a:ext cx="2560320" cy="384048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801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783080"/>
            <a:ext cx="2926080" cy="384048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8013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Tijdstip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783080"/>
            <a:ext cx="2194560" cy="384048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013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Duur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94560"/>
            <a:ext cx="201168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22199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Week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194560"/>
            <a:ext cx="256032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222199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Sertraline 25 mg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194560"/>
            <a:ext cx="292608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22199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1× daags 's ochtends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194560"/>
            <a:ext cx="219456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22199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7 dagen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97480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72491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Week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697480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272491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Sertraline 50 mg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697480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272491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1× daags 's ochtends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697480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72491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7 dagen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200400"/>
            <a:ext cx="201168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22783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Week 3+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200400"/>
            <a:ext cx="256032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322783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Sertraline 100 mg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3200400"/>
            <a:ext cx="292608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322783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1× daags 's ochtends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200400"/>
            <a:ext cx="219456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322783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Continu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480560"/>
            <a:ext cx="11430000" cy="21031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B0"/>
                </a:solidFill>
                <a:latin typeface="Calibri"/>
              </a:rPr>
              <a:t>Hoe doe je dit in Schema-weergave?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83480"/>
            <a:ext cx="10972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1.  Kies Nieuw → selecteer sertraline → klik blauwe knop 'Schema'
2.  Voeg doseerstap toe: startdatum Week 1, dosis 25 mg
3.  Klik '+ Stap toevoegen': startdatum Week 2, dosis 50 mg
4.  Klik '+ Stap toevoegen': startdatum Week 3, dosis 100 mg, geen einddatum
5.  Controleer tijdlijn in preview → klik 'Start'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Medicatiebewaking (G-Standaard)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Signalen herkennen en correct afhandelen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Typen medicatiebewakingssignalen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92608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0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Interactie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8321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15720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Twee middelen beïnvloeden elkaars werking of veiligheid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292608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961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Contra-indicatie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194560"/>
            <a:ext cx="8321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321560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Middel is onveilig bij bekende aandoening of conditie van cliënt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2926080" cy="731520"/>
          </a:xfrm>
          <a:prstGeom prst="rect">
            <a:avLst/>
          </a:prstGeom>
          <a:solidFill>
            <a:srgbClr val="88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02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Dubbelmedicatie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200400"/>
            <a:ext cx="8321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327400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Dezelfde werkzame stof al voorgeschreven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06240"/>
            <a:ext cx="2926080" cy="73152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07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Doseringsprobleem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4206240"/>
            <a:ext cx="8321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4333240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Dosering buiten adviesrange (over- of onderdosering)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12080"/>
            <a:ext cx="2926080" cy="7315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136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Allergie/overgevoeligheid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5212080"/>
            <a:ext cx="8321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5339080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Bekende overgevoeligheid voor het middel of groep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355080"/>
            <a:ext cx="1143000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3825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🚨  Signalen met asterisk (*) zijn VERPLICHT af te handelen vóór je 'Start' kunt klikken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Medicatiebewaking — 3 afhandelingsacties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611880" cy="50292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NOTITIE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3611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3429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Tabblad 'Notities'
Sla klinische redenering op
Wordt automatisch opgeslagen bij 'Start'
Blijft bewaard in medicatiehistorie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43000"/>
            <a:ext cx="361188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16128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BERICHT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664208"/>
            <a:ext cx="3611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83080"/>
            <a:ext cx="3429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Tabblad 'Bericht'
Stuur bericht aan betrokken zorgverleners
Signaal komt automatisch in het onderwerp
Goed voor apotheek-/specialistoverleg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36118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16128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AKKOORD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664208"/>
            <a:ext cx="3611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83080"/>
            <a:ext cx="3429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Klik vierkantje rechts van signaal
Je bevestigt bewuste keuze
Zichtbaar in historie én voor apotheek
Verplicht bij asterisk-signalen (*)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943600"/>
            <a:ext cx="11430000" cy="685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💡 Juridisch advies: Sla ALTIJD je klinische redenering op bij overschreven signalen. Dit beschermt jou en helpt opvolgers.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Indicaties &amp; Reden van Voorschrijven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Meer dan een administratieve verplichting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Indicaties — waarom en hoe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143000"/>
            <a:ext cx="5577840" cy="5394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57784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61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Waarom indicaties belangrijk zijn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161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⚠  Valkuilen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002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Wettelijk verplicht bij bepaalde middelen (opiumwet, bijzondere verstrekkingen)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Verplicht bij alle buiten-formularium voorschriften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Bepaalt de 'begrijpelijke gebruiksinstructie' voor cliënt en zorgmedewerker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Beïnvloedt medicatiebewaking — doseringsadvies bij OCD vs. depressie verschilt voor SSRI's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Gebruik bestaande episodes uit ECD waar mogelijk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Maak nieuwe episode alleen bij echt nieuwe behandeling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Vrije tekst vermijden — gebruik altijd gestructureerde indicatietabel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Dubbele indicaties voorkomen door bestaande episode te hergebruiken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Verkeerde indicatie → verkeerde bewakingscontext → gemiste signalen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Bij ambulant → klinisch transitie: indicatie blijft actief, geen nieuwe aanmaken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Wvggz/Wzd-context: indicatie essentieel voor juridisch kader vastlegging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Wijzigen, Stoppen &amp; Corrigeren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De juiste actie voor elke situatie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Acties op bestaande medicatie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828800" cy="86868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219200"/>
            <a:ext cx="17922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WIJZIGEN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143000"/>
            <a:ext cx="3657600" cy="8686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24460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Overzicht medicatiebehandeling → knop 'Wijzigen'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5760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206500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Doseringsaanpassing, indicatie-update
Gebeurtenislog blijft intact
Vorige dosering zichtbaar in historie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40280"/>
            <a:ext cx="182880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2316480"/>
            <a:ext cx="17922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STOPPEN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240280"/>
            <a:ext cx="3657600" cy="8686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34188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Overzicht medicatiebehandeling → knop 'Stoppen'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240280"/>
            <a:ext cx="5760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303780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Definitief beëindigen van medicatie
Stopdatum en reden vastleggen
Medicatie verdwijnt uit actief overzicht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37560"/>
            <a:ext cx="1828800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3413760"/>
            <a:ext cx="17922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TIJDELIJK STOPPEN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337560"/>
            <a:ext cx="3657600" cy="8686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43916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Via afzonderlijke functie op medicatieregel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337560"/>
            <a:ext cx="5760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401060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Onderbreking zonder definitief staken
'Tot nader order' mogelijk
Blijft zichtbaar als onderbroken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34840"/>
            <a:ext cx="1828800" cy="8686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4511040"/>
            <a:ext cx="17922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CORRIGEREN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4434840"/>
            <a:ext cx="3657600" cy="8686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453644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Overzicht medicatiebehandeling → knop 'Corrigeren'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434840"/>
            <a:ext cx="5760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498340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Fout gecorrigeerd in recente invoer
Wijzigt feitelijke registratie
Alleen voor recente fouten, niet historisch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1828800" cy="868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" y="5608320"/>
            <a:ext cx="17922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ANNULEREN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5532120"/>
            <a:ext cx="3657600" cy="8686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563372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Overzicht medicatiebehandeling → knop 'Annuleren'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5532120"/>
            <a:ext cx="5760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5595620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Ten onrechte ingevoerd, nooit verstrekt
Verwijdert de regel logisch (niet wissen)
Gebruik bij verkeerde cliënt of dubbele invoer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656832"/>
            <a:ext cx="11430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Corrigeren vs. Annuleren vs. Stoppen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430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B0"/>
                </a:solidFill>
                <a:latin typeface="Calibri"/>
              </a:rPr>
              <a:t>Corrigeren vs. Annuleren — wanneer wat?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4251960" cy="384048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0136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Situatie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783080"/>
            <a:ext cx="2926080" cy="384048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8013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Juiste actie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783080"/>
            <a:ext cx="3703320" cy="384048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80136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Reden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94560"/>
            <a:ext cx="4251960" cy="4297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212848"/>
            <a:ext cx="4160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Verkeerde dosis ingevoerd, nog niet verstrekt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194560"/>
            <a:ext cx="2926080" cy="4297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21284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Corrigeren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194560"/>
            <a:ext cx="3703320" cy="4297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21284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Fout in recente registratie herstellen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51760"/>
            <a:ext cx="4251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4160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Medicatie ingevoerd voor verkeerde cliënt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651760"/>
            <a:ext cx="29260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67004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Annuleren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651760"/>
            <a:ext cx="37033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67004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Nooit verstrekt, ten onrechte aangemaakt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08960"/>
            <a:ext cx="4251960" cy="4297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127248"/>
            <a:ext cx="4160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Dosis moet permanent omhoog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108960"/>
            <a:ext cx="2926080" cy="4297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2724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Wijzigen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108960"/>
            <a:ext cx="3703320" cy="4297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312724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Beleidswijziging, niet een correctie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566160"/>
            <a:ext cx="4251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584448"/>
            <a:ext cx="4160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Behandeling definitief gestopt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566160"/>
            <a:ext cx="29260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358444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Stoppen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566160"/>
            <a:ext cx="37033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358444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Vastlegging einde medicatiebehandeling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023360"/>
            <a:ext cx="4251960" cy="4297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041648"/>
            <a:ext cx="4160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Tijdelijk onderbreken (vakantie, OK)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023360"/>
            <a:ext cx="2926080" cy="4297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404164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Tijdelijk stoppen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4023360"/>
            <a:ext cx="3703320" cy="4297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404164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Voortzetting gepland na onderbreking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Specifieke Workflows: GGZ / JGZ /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Klinisch, ambulant en forensische jeugdzorg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Klinisch ↔ Ambulant transitie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430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B0"/>
                </a:solidFill>
                <a:latin typeface="Calibri"/>
              </a:rPr>
              <a:t>Klinisch ↔ Ambulant transitie — de gouden regel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Het medicatiedossier loopt CONTINU door bij overgang klinisch ↔ ambulant.
▸  Bij voortzetting van bestaand middel: NIET nieuw starten — laat ongewijzigd of gebruik 'Wijzigen'
▸  Alleen nieuw starten als het daadwerkelijk een nieuw middel of nieuwe indicatie betreft
▸  Dit voorkomt dubbele voorschriften en fouten in medicatiebewaking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64592" cy="7315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657600"/>
            <a:ext cx="502920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21100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Opname → ontslag naar ambulant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3657600"/>
            <a:ext cx="6035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3721100"/>
            <a:ext cx="5852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Medicatie ongewijzigd laten als dosering/indicatie gelijk blijft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164592" cy="73152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617720"/>
            <a:ext cx="502920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81220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Ambulant → crisisopname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4617720"/>
            <a:ext cx="6035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4681220"/>
            <a:ext cx="5852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Bestaand voorschrift actief — alleen nieuwe of gewijzigde middelen toevoegen/aanpassen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577840"/>
            <a:ext cx="164592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577840"/>
            <a:ext cx="502920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641340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FACT-team → klinische afdeling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5577840"/>
            <a:ext cx="6035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5641340"/>
            <a:ext cx="5852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Zorg voor warme overdracht én Medimo-controle vóór opname door klinische arts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GGZ &amp; JGZ — specifieke aandachtspunten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143000"/>
            <a:ext cx="5577840" cy="53949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577840" cy="384048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61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GGZ-specifiek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161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JGZ-specifiek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002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LSP-actualiteitscontrole apotheek dagelijks aanbevolen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Zonder LSP: thuismedicatie ontbreekt → bewaking mist signalen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Wvggz/Wzd: indicatie en juridisch kader altijd vastleggen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Dwangmedicatie: apart protocol; consulteer juridisch kader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SSRI-titraties via Schema-weergave (1 voorschrift, niet 3 mutaties)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Methylfenidaat: weeklevering GDS afstemmen op schoolrooster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JGZ: vaccinaties via apart formulier (voorschrift + registratie + batchnummer)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Kinderformularium raadplegen voor gewichtsgebonden doseringen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Ouderlijk gezag documenteren bij minderjarigen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Jeugdwet-kaders: toestemming behandeling vastleggen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Bij twijfel doseringen jeugd: altijd Kinderformularium.nl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FACT-team: zorg dat alle teamleden Medimo-toegang en -rechten hebben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Somatische context — comorbiditeit &amp; co-prescriptie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4300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B0"/>
                </a:solidFill>
                <a:latin typeface="Calibri"/>
              </a:rPr>
              <a:t>Somatische context — comorbiditeit en co-prescriptie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Comorbide somatische aandoeningen: voer diagnoses/episodes in als indicatie voor bewaking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Co-prescriptie huisarts: gebruik LSP-controle om volledig medicatieoverzicht te krijgen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Coumarines/insulines: eenheden invullen in Medimo; apotheek zet X op tijdstip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  → Wordt verplichte medicatie → zorgmedewerker actief herinnerd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Renale/hepatische insufficiëntie: doseringsprobleem-signalen extra serieus nemen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Ouderen (ook in GGZ): polyfarmacie-check via dubbelmedicatie en interactiesignalen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Perioperatieve situaties: 'Tijdelijk stoppen' gebruiken voor specifieke middelen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Extern voorschrift (bijv. oncoloog): markeer via 'Uitgebreide weergave' → 'Extern voorschrift'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▸ Farmacotherapeutisch Kompas altijd beschikbaar als referentie naast Medimo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Apotheek, GDS &amp; Faxrecept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Externe verstrekking en weeklevering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Apotheek, GDS-weeklevering &amp; Faxrecept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566160" cy="50292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GDS-weeklevering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3566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GDS = baxterrol met gedispenseerde weekdosis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Filter 'GDS medicatie' bij zoeken geeft snel overzicht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Mutatietijdstip: voorkeur op weeklevering of leveringsmoment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Bij late mutatie: bel apotheek voor spoedverwerking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43000"/>
            <a:ext cx="35661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1612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Faxrecept (externe apotheek)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664208"/>
            <a:ext cx="3566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8308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Poli recept: apotheken met faxnummer in landelijke tabel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Faxrecept: voorgedefinieerde lijst in systeem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Onbekende apotheek: voeg faxnummer eerst toe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Bevestiging van ontvangst altijd navragen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356616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1612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Intake nieuwe cliënt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664208"/>
            <a:ext cx="3566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8308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Thuismedicatie importeren via 'Actie intakeformulier'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LSP-actueel ophalen vóór import (vermijd dubbelen)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Elk middel controleren op dosering en indicatie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Definitief starten pas na verificatie bij eigen apotheek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336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💡 Toelichting bij mutatie (vrij tekstveld) is zichtbaar voor apotheek — gebruik het voor 'spoed', 'bijwerking ouder', 'in overleg HA'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AIOS-supervisie via Medicatievoorstel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Veilig opleiden met één klik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Medicatievoorstel — supervisietool voor AIOS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430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B0"/>
                </a:solidFill>
                <a:latin typeface="Calibri"/>
              </a:rPr>
              <a:t>Hoe werkt het Medicatievoorstel?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AIOS/VSIO bereidt het voorstel voor → arts-supervisor ziet het oranje gemarkeerd boven in het cliëntscherm → accepteert, bewerkt of keurt af. Het voorstel wordt pas actief medicatie ná akkoord van de supervisor.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34640"/>
            <a:ext cx="5394960" cy="41148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8529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AIOS — voorstel indienen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34640"/>
            <a:ext cx="539496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8529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Arts-supervisor — voorstel beoordelen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64408"/>
            <a:ext cx="5394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264408"/>
            <a:ext cx="5394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37560"/>
            <a:ext cx="457200" cy="4572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010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AIOS logt in en navigeert naar cliënt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87368"/>
            <a:ext cx="457200" cy="4572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087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508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Klik 'Nieuw' → kies 'Medicatievoorstel'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837176"/>
            <a:ext cx="457200" cy="4572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8371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0067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Vul dosering en indicatie in als normaal voorschrift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586984"/>
            <a:ext cx="457200" cy="4572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5869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5048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Klik 'Indienen als voorstel' (niet 'Start')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337560"/>
            <a:ext cx="457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4010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Oranje markering boven in cliëntscherm signaleert openstaand voorstel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087368"/>
            <a:ext cx="457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087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1508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Klik op het voorstel → bekijk alle details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837176"/>
            <a:ext cx="457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8371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90067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Kies: Accepteren / Bewerken / Afkeuren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586984"/>
            <a:ext cx="457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5869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65048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Bij acceptatie → voorstel wordt direct actief voorschrift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629400"/>
            <a:ext cx="11430000" cy="16459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47688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🔑  Tip: bewust mutatiedatum kiezen op weeklevering zodat GDS-aanpassing vlot verloopt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7317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7E22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Life Hacks, Valkuilen &amp;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Calibri"/>
              </a:rPr>
              <a:t>Werken sneller en veiliger in de praktijk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Top 8 Life Hacks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0292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954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1430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2065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Werkvoorraad-filter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605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Formularium eenmalig opschonen naar FACT-arsenaal → 50% sneller zoeken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50292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6670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5146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781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Schema voor titratie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321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Één voorschrift met doseerstappen i.p.v. drie losse mutaties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50292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0386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8862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497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Indicatie hergebruiken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037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Bestaande ECD-episode kiezen → voorkomt dubbele indicaties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257800"/>
            <a:ext cx="50292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4102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2578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213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Toelichting voor apotheek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753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Vrij tekstveld gebruiken: 'spoed', 'bijwerking', 'in overleg HA'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143000"/>
            <a:ext cx="50292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2954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11430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12065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Zo-nodig + regulier combineren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4605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Benzo-bridging bij SSRI-start: regulier met 'tijdelijk' én 'zo-nodig'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514600"/>
            <a:ext cx="50292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6670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12280" y="25146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25781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LSP-actualiteit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8321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Apotheek vragen om dagelijkse controle voor ambulante cliënten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886200"/>
            <a:ext cx="50292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0386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38862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39497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Token gelocked?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2037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Sms-inlog werkt altijd als fallback — geen tijdverlies door helpdesk-belletje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257800"/>
            <a:ext cx="502920" cy="100584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4102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12280" y="52578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53213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B0"/>
                </a:solidFill>
                <a:latin typeface="Calibri"/>
              </a:rPr>
              <a:t>Notitie bij bewakingssignaal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5753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Klinische redenering altijd opslaan bij overschreven signalen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Top 8 Valkuilen — en hoe te vermijden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6459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065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⚠  Nieuw starten bij transitie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59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Gebruik Wijzigen of laat ongewijzigd — nieuw starten geeft dubbel voorschrift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14600"/>
            <a:ext cx="16459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781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⚠  Indicatie overslaan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575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Blokkeert medicatiebewaking-logica; verplicht voor buiten-formularium en wettelijk vereist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86200"/>
            <a:ext cx="16459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8620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497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⚠  Bewakingssignaal negeren zonder notitie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291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Juridisch kwetsbaar; opvolgers missen jouw klinische redenering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57800"/>
            <a:ext cx="16459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25780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213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⚠  Browser-terug gebruiken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007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Kan sessie beschadigen; gebruik altijd systeemknoppen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143000"/>
            <a:ext cx="16459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14300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2065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⚠  GDS-mutatie buiten leveringsvenster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4859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Weekdoos al klaar → apotheek moet opnieuw baxteren; altijd overleggen bij late mutatie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514600"/>
            <a:ext cx="16459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251460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5781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⚠  Faxrecept zonder bevestiging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8575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Altijd navragen of apotheek fax ontvangen heeft — geen automatische bevestiging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86200"/>
            <a:ext cx="16459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388620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9497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⚠  Corrigeren voor een oude fout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291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Corrigeren is alleen voor recente fouten; bij oudere fouten: overleg met apotheek en leg vast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57800"/>
            <a:ext cx="16459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525780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3213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⚠  Vrije tekst als indicatie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6007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Gebruik gestructureerde indicatietabel voor juiste bewakingscontext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Escalatie &amp; bronnen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65760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03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Technische storingen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188720"/>
            <a:ext cx="7680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31572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enovationmedimo.nl/storingen  |  Helpdesk tijdens kantooruren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3657600" cy="82296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418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Trainingen &amp; uitbreiding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240280"/>
            <a:ext cx="7680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36728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enovationmedimo.nl/trainingen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91840"/>
            <a:ext cx="3657600" cy="8229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934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Klinische second opinion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3291840"/>
            <a:ext cx="7680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41884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Richtlijnendatabase.nl  •  NVvP  •  Kinderformularium.nl  •  Collega-psychiater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43400"/>
            <a:ext cx="36576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445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Juridische vragen (BIG, Wzd, Wvggz)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4343400"/>
            <a:ext cx="7680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447040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Fivoor compliance officer / jurist — geef feitelijke kaders, geen advies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94960"/>
            <a:ext cx="3657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965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Onzekerheid over Medimo-versie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5394960"/>
            <a:ext cx="7680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552196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portaal.medimo.nl/portal/nl/kb — versiedocumentatie bij elke release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Klaar om veilig voor te schrijven in Medimo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7E22"/>
                </a:solidFill>
                <a:latin typeface="Calibri"/>
              </a:rPr>
              <a:t>Onthoud de drie kernprincipes: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1.  Bewaking nooit negeren zonder notitie — juridisch én klinisch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2.  Bij transitie: geen nieuw voorschrift als het een voortzetting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3.  Indicatie invullen is geen administratie — het is veiligheid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BBDD"/>
                </a:solidFill>
                <a:latin typeface="Calibri"/>
              </a:rPr>
              <a:t>Naslag:  portaal.medimo.nl/portal/nl/kb  •  Kinderformularium.nl  •  Richtlijnendatabase.nl  •  Farmacotherapeutisch Kompas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88AA"/>
                </a:solidFill>
                <a:latin typeface="Calibri"/>
              </a:rPr>
              <a:t>Medimo Voorschrijfexpert  |  Versie 2025-4 / 2026-1  |  Enovation Medimo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